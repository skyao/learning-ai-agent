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60 秒。
我准备一个小任务观察基本使用过程。三份输入是学习背景、本周记录和后续计划，全部标明模拟，不是真实经历。材料明确区分草稿、待核验与未执行实验，并含一次计划变更。目标是生成六百字以内的中文 Markdown 周报，三部分并注明来源，不能把计划写成结果。只使用输入材料，不连接真实邮箱、不联网、不发给别人。人工预期样例仅用于检查，不能当作 Muse 输出，也不作为输入。
资料：
作者归纳或已准备的模拟演示材料。
整理／读取日期：2026-10-24。原始日期按来源标注；动态帮助页不以读取日期代替发布日期。公开能力与实际验证分开，预览、套餐、地区、设备及授权条件分别保留。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240 秒。
进入 Muse 新对话，使用实际账号支持的文件入口上传三份短文；没有该入口时按文件名分段粘贴。首次委托与修订文字保存在材料包 instructions.txt。先要求只依据材料整理三部分周报、附文件来源、不编日期、不把实验写成完成，并请求 Markdown 文件，不能生成附件就输出正文。初稿后要求把下周计划缩为三项，按依赖排序，保持实验尚未执行，其他部分不改。检查事实与来源，打开或保存结果。若等待较长，按真实状态解释卡点，展示材料与人工预期结构，明确不是实际输出。本节不能据一次任务证明长期记忆、离线执行或产品总体成功率。
资料：
作者归纳或已准备的模拟演示材料。
整理／读取日期：2026-10-24。原始日期按来源标注；动态帮助页不以读取日期代替发布日期。公开能力与实际验证分开，预览、套餐、地区、设备及授权条件分别保留。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第6部分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 演示：三份材料，整理一页周报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材料与操作脚本已准备；本轮尚未在 Muse 中执行。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作者学习归纳 / 模拟演示脚本 · 不是产品实测结论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2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440680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5440680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输入与任务</a:t>
            </a:r>
            <a:endParaRPr lang="zh-CN" sz="23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学习背景、本周记录、后续计划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只根据模拟材料整理周报</a:t>
            </a:r>
            <a:endParaRPr lang="zh-CN" sz="20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正文不超过 600 字，附来源</a:t>
            </a:r>
            <a:endParaRPr lang="zh-CN" sz="2000" dirty="0"/>
          </a:p>
        </p:txBody>
      </p:sp>
      <p:sp>
        <p:nvSpPr>
          <p:cNvPr id="17" name="Shape 15"/>
          <p:cNvSpPr/>
          <p:nvPr/>
        </p:nvSpPr>
        <p:spPr>
          <a:xfrm>
            <a:off x="6199632" y="2167128"/>
            <a:ext cx="5440680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2167128"/>
            <a:ext cx="5440680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231343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完成标准</a:t>
            </a:r>
            <a:endParaRPr lang="zh-CN" sz="2300" dirty="0"/>
          </a:p>
        </p:txBody>
      </p:sp>
      <p:sp>
        <p:nvSpPr>
          <p:cNvPr id="20" name="Text 18"/>
          <p:cNvSpPr/>
          <p:nvPr/>
        </p:nvSpPr>
        <p:spPr>
          <a:xfrm>
            <a:off x="6409944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6931152" y="2999232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本周进展、未决问题、下周计划</a:t>
            </a:r>
            <a:endParaRPr lang="zh-CN" sz="2000" dirty="0"/>
          </a:p>
        </p:txBody>
      </p:sp>
      <p:sp>
        <p:nvSpPr>
          <p:cNvPr id="22" name="Text 20"/>
          <p:cNvSpPr/>
          <p:nvPr/>
        </p:nvSpPr>
        <p:spPr>
          <a:xfrm>
            <a:off x="6409944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6931152" y="3712464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不把计划与实验设计写成结果</a:t>
            </a:r>
            <a:endParaRPr lang="zh-CN" sz="2000" dirty="0"/>
          </a:p>
        </p:txBody>
      </p:sp>
      <p:sp>
        <p:nvSpPr>
          <p:cNvPr id="24" name="Text 22"/>
          <p:cNvSpPr/>
          <p:nvPr/>
        </p:nvSpPr>
        <p:spPr>
          <a:xfrm>
            <a:off x="6409944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6931152" y="4425696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 Markdown 文件或正文</a:t>
            </a:r>
            <a:endParaRPr lang="zh-CN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人工预期样例是验收参考，不是 Muse 的实际产物。</a:t>
            </a:r>
            <a:endParaRPr lang="zh-CN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第6部分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演示：委托、观察、修订、验收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本页停留进行实际操作；按真实进展记录结果。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作者学习归纳 / 模拟演示脚本 · 不是产品实测结论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11091672" cy="393192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11226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zh-CN" sz="1400" dirty="0"/>
          </a:p>
        </p:txBody>
      </p:sp>
      <p:sp>
        <p:nvSpPr>
          <p:cNvPr id="10" name="Text 8"/>
          <p:cNvSpPr/>
          <p:nvPr/>
        </p:nvSpPr>
        <p:spPr>
          <a:xfrm>
            <a:off x="2953512" y="2112264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</a:t>
            </a:r>
            <a:endParaRPr lang="zh-CN" sz="1400" dirty="0"/>
          </a:p>
        </p:txBody>
      </p:sp>
      <p:sp>
        <p:nvSpPr>
          <p:cNvPr id="11" name="Text 9"/>
          <p:cNvSpPr/>
          <p:nvPr/>
        </p:nvSpPr>
        <p:spPr>
          <a:xfrm>
            <a:off x="6611112" y="2112264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看什么</a:t>
            </a:r>
            <a:endParaRPr lang="zh-CN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1091672" cy="77266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459736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0:00–1:00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2953512" y="2459736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展示材料、目标；进入对话</a:t>
            </a:r>
            <a:endParaRPr lang="zh-CN" sz="1700" dirty="0"/>
          </a:p>
        </p:txBody>
      </p:sp>
      <p:sp>
        <p:nvSpPr>
          <p:cNvPr id="15" name="Text 13"/>
          <p:cNvSpPr/>
          <p:nvPr/>
        </p:nvSpPr>
        <p:spPr>
          <a:xfrm>
            <a:off x="6611112" y="2459736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背景与完成标准是否清楚</a:t>
            </a:r>
            <a:endParaRPr lang="zh-CN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772668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232404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1:00–3:00</a:t>
            </a:r>
            <a:endParaRPr lang="zh-CN" sz="1700" dirty="0"/>
          </a:p>
        </p:txBody>
      </p:sp>
      <p:sp>
        <p:nvSpPr>
          <p:cNvPr id="18" name="Text 16"/>
          <p:cNvSpPr/>
          <p:nvPr/>
        </p:nvSpPr>
        <p:spPr>
          <a:xfrm>
            <a:off x="2953512" y="3232404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提交材料、委托；查看进展</a:t>
            </a:r>
            <a:endParaRPr lang="zh-CN" sz="1700" dirty="0"/>
          </a:p>
        </p:txBody>
      </p:sp>
      <p:sp>
        <p:nvSpPr>
          <p:cNvPr id="19" name="Text 17"/>
          <p:cNvSpPr/>
          <p:nvPr/>
        </p:nvSpPr>
        <p:spPr>
          <a:xfrm>
            <a:off x="6611112" y="3232404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如何整理资料、处理不确定信息</a:t>
            </a:r>
            <a:endParaRPr lang="zh-CN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3968496"/>
            <a:ext cx="11091672" cy="77266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005072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3:00–4:15</a:t>
            </a:r>
            <a:endParaRPr lang="zh-CN" sz="1700" dirty="0"/>
          </a:p>
        </p:txBody>
      </p:sp>
      <p:sp>
        <p:nvSpPr>
          <p:cNvPr id="22" name="Text 20"/>
          <p:cNvSpPr/>
          <p:nvPr/>
        </p:nvSpPr>
        <p:spPr>
          <a:xfrm>
            <a:off x="2953512" y="4005072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验收初稿；提出一条修订</a:t>
            </a:r>
            <a:endParaRPr lang="zh-CN" sz="1700" dirty="0"/>
          </a:p>
        </p:txBody>
      </p:sp>
      <p:sp>
        <p:nvSpPr>
          <p:cNvPr id="23" name="Text 21"/>
          <p:cNvSpPr/>
          <p:nvPr/>
        </p:nvSpPr>
        <p:spPr>
          <a:xfrm>
            <a:off x="6611112" y="4005072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是否沿用事实并只改指定部分</a:t>
            </a:r>
            <a:endParaRPr lang="zh-CN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741164"/>
            <a:ext cx="11091672" cy="772668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4777740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4:15–5:00</a:t>
            </a:r>
            <a:endParaRPr lang="zh-CN" sz="1700" dirty="0"/>
          </a:p>
        </p:txBody>
      </p:sp>
      <p:sp>
        <p:nvSpPr>
          <p:cNvPr id="26" name="Text 24"/>
          <p:cNvSpPr/>
          <p:nvPr/>
        </p:nvSpPr>
        <p:spPr>
          <a:xfrm>
            <a:off x="2953512" y="4777740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打开或保存成果；回看过程</a:t>
            </a:r>
            <a:endParaRPr lang="zh-CN" sz="1700" dirty="0"/>
          </a:p>
        </p:txBody>
      </p:sp>
      <p:sp>
        <p:nvSpPr>
          <p:cNvPr id="27" name="Text 25"/>
          <p:cNvSpPr/>
          <p:nvPr/>
        </p:nvSpPr>
        <p:spPr>
          <a:xfrm>
            <a:off x="6611112" y="4777740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哪些完成，哪些还需人工判断</a:t>
            </a:r>
            <a:endParaRPr lang="zh-CN" sz="1700" dirty="0"/>
          </a:p>
        </p:txBody>
      </p:sp>
      <p:sp>
        <p:nvSpPr>
          <p:cNvPr id="28" name="Shape 26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现场执行发生什么，就记录什么；一次任务不证明长期服务效果。</a:t>
            </a:r>
            <a:endParaRPr lang="zh-CN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AI Agent 学习笔记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Muse 操作演示</dc:title>
  <dc:subject>Personal Agent 系列（一）：概念、产品与应用场景</dc:subject>
  <dc:creator>Sky</dc:creator>
  <cp:lastModifiedBy>Sky</cp:lastModifiedBy>
  <cp:revision>1</cp:revision>
  <dcterms:created xsi:type="dcterms:W3CDTF">2026-10-25T04:25:25Z</dcterms:created>
  <dcterms:modified xsi:type="dcterms:W3CDTF">2026-10-25T04:25:25Z</dcterms:modified>
</cp:coreProperties>
</file>