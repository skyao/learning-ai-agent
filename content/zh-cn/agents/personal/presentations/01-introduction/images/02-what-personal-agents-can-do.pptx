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30 秒。
第一部分给出定义后，我更关心哪些工作可以交出去。我把调研中看到的应用归为三类：信息与事务、调研与交付、持续跟踪。三类是帮助理解场景的归纳，不是官方产品分类，也不要求每个产品都具备全部能力。接下来各用一个具体委托说明输入、处理过程、结果和用户参与。
证据范围：以下委托是作者归纳的场景示例，没有新增产品实测。公开能力以具体产品、版本、地区、套餐、连接服务和授权为准。引用资料为动态文档，均于 2026-10-24 读取；不将读取日期作为发布日期。
官方来源：https://support.claude.com/en/articles/17631495-get-started-with-claude-duet
官方来源：https://support.google.com/gemini/answer/17094507?hl=en
官方来源：https://www.workbuddy.cn/docs/workbuddy/Overview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70 秒。
建议从每天的邮件和会议说起。我需要的往往是知道哪些消息要回复、会议前要读什么，以及后续动作怎么落实。这个示例要求 Agent 读取获准访问的邮件和日历，结合本周交付重点筛选，再形成待办、会议材料和回复草稿。
晨间邮件与日历简报、回复草稿已有 Claude Duet 的官方功能说明，但这里不是对它的实测。我的参与仍包括检查遗漏、确认安排和决定发送。生活中也可以用相同方式整理行程；能否修改日程或预订，取决于具体接入与授权。资料汇总、准备方案、实际对外提交，要按不同的交付程度理解。
证据范围：以下委托是作者归纳的场景示例，没有新增产品实测。公开能力以具体产品、版本、地区、套餐、连接服务和授权为准。引用资料为动态文档，均于 2026-10-24 读取；不将读取日期作为发布日期。
官方来源：https://support.claude.com/en/articles/17631495-get-started-with-claude-duet
官方来源：https://support.google.com/gemini/answer/17094507?hl=en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70 秒。
与我的工作更相关的是调研和成果交付。我希望委托的不只是检索，还包括筛选来源、核对差异、组织分析，并按要求更新文档和表格。这里以三个产品比较为例，既要使用已有资料，也要补充缺口、核对来源与日期；缺少依据的部分单列，不补猜。
输出可以是笔记、分析表、PPT，也可以是展示结果的小工具。WorkBuddy 官方介绍给出了文件处理、自主执行和可验收成果的例子，Gemini Task 文档也说明带引用的调研与文件交付。具体效果还需要实际验收。我会检查来源、条件、事实与推断，以及文件是否可继续修改，不能把生成文件直接当作可靠分析已经完成。
证据范围：以下委托是作者归纳的场景示例，没有新增产品实测。公开能力以具体产品、版本、地区、套餐、连接服务和授权为准。引用资料为动态文档，均于 2026-10-24 读取；不将读取日期作为发布日期。
官方来源：https://www.workbuddy.cn/docs/workbuddy/Overview
官方来源：https://support.google.com/gemini/answer/17094507?hl=en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70 秒。
还有些工作需要重复进行，并在变化发生后接着处理。我可以把前面的调研延伸成四周职责：指定对象与来源，工作日检查、周五汇总，开放条件变化时单独通知，准备笔记草稿但合入前交给我确认。相比只说每天发新闻，这明确了范围、交付和通知条件。
Gemini Task 文档列出持续任务、信息跟踪和文件交付，但具体触发与动作仍要按产品确认。运行环境同样重要。WorkBuddy 官方文档区分本地、项目与云端任务：本地由本机客户端执行，云端在沙箱执行，无需电脑在线，不能把一种路径的条件套到另一种。
我关注每次是否执行、变化是否判断正确、结果是否交付，以及如何调整和结束职责。周期执行不自动等于持续推进目标，后台工作仍受资源、权限和用量限制。表达委托时，我会交代目标、资料、成果、时间和需要我决定的动作，后面也据此比较产品的侧重。
证据范围：以下委托是作者归纳的场景示例，没有新增产品实测。公开能力以具体产品、版本、地区、套餐、连接服务和授权为准。引用资料为动态文档，均于 2026-10-24 读取；不将读取日期作为发布日期。
官方来源：https://support.google.com/gemini/answer/17094507?hl=en
官方来源：https://www.workbuddy.cn/docs/workbuddy/From-Beginner-to-Expert-Guide/Function-Description/Automation-Guide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第二部分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能做什么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从具体委托出发，看它能承担哪些步骤、交付什么结果。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根据公开产品资料整理的场景框架 · 产品差异在第五部分展开。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3557016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9689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45536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信息与事务</a:t>
            </a:r>
            <a:endParaRPr lang="zh-CN" sz="26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邮件、日程、个人安排</a:t>
            </a:r>
            <a:endParaRPr lang="zh-CN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39826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交付待办、资料与操作结果</a:t>
            </a:r>
            <a:endParaRPr lang="zh-CN" sz="1500" dirty="0"/>
          </a:p>
        </p:txBody>
      </p:sp>
      <p:sp>
        <p:nvSpPr>
          <p:cNvPr id="13" name="Shape 11"/>
          <p:cNvSpPr/>
          <p:nvPr/>
        </p:nvSpPr>
        <p:spPr>
          <a:xfrm>
            <a:off x="4315968" y="2359152"/>
            <a:ext cx="3557016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259689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300" dirty="0"/>
          </a:p>
        </p:txBody>
      </p:sp>
      <p:sp>
        <p:nvSpPr>
          <p:cNvPr id="15" name="Text 13"/>
          <p:cNvSpPr/>
          <p:nvPr/>
        </p:nvSpPr>
        <p:spPr>
          <a:xfrm>
            <a:off x="4544568" y="3145536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调研与交付</a:t>
            </a:r>
            <a:endParaRPr lang="zh-CN" sz="2600" dirty="0"/>
          </a:p>
        </p:txBody>
      </p:sp>
      <p:sp>
        <p:nvSpPr>
          <p:cNvPr id="16" name="Text 14"/>
          <p:cNvSpPr/>
          <p:nvPr/>
        </p:nvSpPr>
        <p:spPr>
          <a:xfrm>
            <a:off x="4544568" y="3794760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搜集资料、比较、分析</a:t>
            </a:r>
            <a:endParaRPr lang="zh-CN" sz="1800" dirty="0"/>
          </a:p>
        </p:txBody>
      </p:sp>
      <p:sp>
        <p:nvSpPr>
          <p:cNvPr id="17" name="Text 15"/>
          <p:cNvSpPr/>
          <p:nvPr/>
        </p:nvSpPr>
        <p:spPr>
          <a:xfrm>
            <a:off x="4544568" y="439826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交付可编辑文档与表格</a:t>
            </a:r>
            <a:endParaRPr lang="zh-CN" sz="1500" dirty="0"/>
          </a:p>
        </p:txBody>
      </p:sp>
      <p:sp>
        <p:nvSpPr>
          <p:cNvPr id="18" name="Shape 16"/>
          <p:cNvSpPr/>
          <p:nvPr/>
        </p:nvSpPr>
        <p:spPr>
          <a:xfrm>
            <a:off x="8083296" y="2359152"/>
            <a:ext cx="3557016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259689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300" dirty="0"/>
          </a:p>
        </p:txBody>
      </p:sp>
      <p:sp>
        <p:nvSpPr>
          <p:cNvPr id="20" name="Text 18"/>
          <p:cNvSpPr/>
          <p:nvPr/>
        </p:nvSpPr>
        <p:spPr>
          <a:xfrm>
            <a:off x="8311896" y="3145536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</a:t>
            </a:r>
            <a:endParaRPr lang="zh-CN" sz="2600" dirty="0"/>
          </a:p>
        </p:txBody>
      </p:sp>
      <p:sp>
        <p:nvSpPr>
          <p:cNvPr id="21" name="Text 19"/>
          <p:cNvSpPr/>
          <p:nvPr/>
        </p:nvSpPr>
        <p:spPr>
          <a:xfrm>
            <a:off x="8311896" y="3794760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主题更新、周报、待办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8311896" y="439826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交付变更记录与必要通知</a:t>
            </a:r>
            <a:endParaRPr lang="zh-CN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讲清一项委托：目标、资料、交付结果、时间，以及需要我决定的动作。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第二部分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信息整理与个人事务处理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把邮件、日历与相关材料联系起来，形成可以处理的事项。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公开能力示例：Claude Duet 入门帮助；委托文字为作者构造。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1091672" cy="1097280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185416"/>
            <a:ext cx="1061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整理今天需要处理的邮件和会议，优先列出影响本周交付的事项；</a:t>
            </a:r>
            <a:endParaRPr lang="zh-CN" sz="2200" dirty="0"/>
          </a:p>
          <a:p>
            <a:pPr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附上原始材料，回复先写草稿，发送前让我确认。</a:t>
            </a:r>
            <a:endParaRPr lang="zh-CN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依据的资料</a:t>
            </a:r>
            <a:endParaRPr lang="zh-CN" sz="2200" dirty="0"/>
          </a:p>
        </p:txBody>
      </p:sp>
      <p:sp>
        <p:nvSpPr>
          <p:cNvPr id="12" name="Text 10"/>
          <p:cNvSpPr/>
          <p:nvPr/>
        </p:nvSpPr>
        <p:spPr>
          <a:xfrm>
            <a:off x="749808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邮件、日历与工作重点</a:t>
            </a:r>
            <a:endParaRPr lang="zh-CN" sz="1700" dirty="0"/>
          </a:p>
        </p:txBody>
      </p:sp>
      <p:sp>
        <p:nvSpPr>
          <p:cNvPr id="13" name="Text 11"/>
          <p:cNvSpPr/>
          <p:nvPr/>
        </p:nvSpPr>
        <p:spPr>
          <a:xfrm>
            <a:off x="749808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限于获准访问的信息</a:t>
            </a:r>
            <a:endParaRPr lang="zh-CN" sz="1400" dirty="0"/>
          </a:p>
        </p:txBody>
      </p:sp>
      <p:sp>
        <p:nvSpPr>
          <p:cNvPr id="14" name="Shape 12"/>
          <p:cNvSpPr/>
          <p:nvPr/>
        </p:nvSpPr>
        <p:spPr>
          <a:xfrm>
            <a:off x="4315968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交付的结果</a:t>
            </a:r>
            <a:endParaRPr lang="zh-CN" sz="2200" dirty="0"/>
          </a:p>
        </p:txBody>
      </p:sp>
      <p:sp>
        <p:nvSpPr>
          <p:cNvPr id="16" name="Text 14"/>
          <p:cNvSpPr/>
          <p:nvPr/>
        </p:nvSpPr>
        <p:spPr>
          <a:xfrm>
            <a:off x="4517136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待办、会议材料、回复草稿</a:t>
            </a:r>
            <a:endParaRPr lang="zh-CN" sz="1700" dirty="0"/>
          </a:p>
        </p:txBody>
      </p:sp>
      <p:sp>
        <p:nvSpPr>
          <p:cNvPr id="17" name="Text 15"/>
          <p:cNvSpPr/>
          <p:nvPr/>
        </p:nvSpPr>
        <p:spPr>
          <a:xfrm>
            <a:off x="4517136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保留原始邮件与资料入口</a:t>
            </a:r>
            <a:endParaRPr lang="zh-CN" sz="1400" dirty="0"/>
          </a:p>
        </p:txBody>
      </p:sp>
      <p:sp>
        <p:nvSpPr>
          <p:cNvPr id="18" name="Shape 16"/>
          <p:cNvSpPr/>
          <p:nvPr/>
        </p:nvSpPr>
        <p:spPr>
          <a:xfrm>
            <a:off x="8083296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我的参与</a:t>
            </a:r>
            <a:endParaRPr lang="zh-CN" sz="2200" dirty="0"/>
          </a:p>
        </p:txBody>
      </p:sp>
      <p:sp>
        <p:nvSpPr>
          <p:cNvPr id="20" name="Text 18"/>
          <p:cNvSpPr/>
          <p:nvPr/>
        </p:nvSpPr>
        <p:spPr>
          <a:xfrm>
            <a:off x="8284464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检查遗漏、确认安排与发送</a:t>
            </a:r>
            <a:endParaRPr lang="zh-CN" sz="1700" dirty="0"/>
          </a:p>
        </p:txBody>
      </p:sp>
      <p:sp>
        <p:nvSpPr>
          <p:cNvPr id="21" name="Text 19"/>
          <p:cNvSpPr/>
          <p:nvPr/>
        </p:nvSpPr>
        <p:spPr>
          <a:xfrm>
            <a:off x="8284464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决定哪些动作可以对外执行</a:t>
            </a:r>
            <a:endParaRPr lang="zh-CN" sz="1400" dirty="0"/>
          </a:p>
        </p:txBody>
      </p:sp>
      <p:sp>
        <p:nvSpPr>
          <p:cNvPr id="22" name="Text 20"/>
          <p:cNvSpPr/>
          <p:nvPr/>
        </p:nvSpPr>
        <p:spPr>
          <a:xfrm>
            <a:off x="749808" y="5202936"/>
            <a:ext cx="10689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生活场景也适用：汇总行程确认信息，结合已有安排整理出行日程。</a:t>
            </a:r>
            <a:endParaRPr lang="zh-CN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资料汇总、方案准备和对外提交，是不同的交付程度。</a:t>
            </a:r>
            <a:endParaRPr 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第二部分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调研分析与工作成果交付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围绕一个明确问题，形成可以检查、修订和继续使用的成果。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公开能力示例：WorkBuddy 产品介绍、Gemini Task 帮助；委托文字为作者构造。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1091672" cy="1097280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185416"/>
            <a:ext cx="1061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依据官方资料和现有笔记，比较三个产品的定位、开放条件与典型场景；</a:t>
            </a:r>
            <a:endParaRPr lang="zh-CN" sz="2200" dirty="0"/>
          </a:p>
          <a:p>
            <a:pPr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交付可编辑比较表，附来源和日期，资料不足的地方单独列出。</a:t>
            </a:r>
            <a:endParaRPr lang="zh-CN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收集并核对资料</a:t>
            </a:r>
            <a:endParaRPr lang="zh-CN" sz="2200" dirty="0"/>
          </a:p>
        </p:txBody>
      </p:sp>
      <p:sp>
        <p:nvSpPr>
          <p:cNvPr id="12" name="Text 10"/>
          <p:cNvSpPr/>
          <p:nvPr/>
        </p:nvSpPr>
        <p:spPr>
          <a:xfrm>
            <a:off x="749808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现有笔记与指定官方来源</a:t>
            </a:r>
            <a:endParaRPr lang="zh-CN" sz="1700" dirty="0"/>
          </a:p>
        </p:txBody>
      </p:sp>
      <p:sp>
        <p:nvSpPr>
          <p:cNvPr id="13" name="Text 11"/>
          <p:cNvSpPr/>
          <p:nvPr/>
        </p:nvSpPr>
        <p:spPr>
          <a:xfrm>
            <a:off x="749808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补充缺口，核对日期与冲突</a:t>
            </a:r>
            <a:endParaRPr lang="zh-CN" sz="1400" dirty="0"/>
          </a:p>
        </p:txBody>
      </p:sp>
      <p:sp>
        <p:nvSpPr>
          <p:cNvPr id="14" name="Shape 12"/>
          <p:cNvSpPr/>
          <p:nvPr/>
        </p:nvSpPr>
        <p:spPr>
          <a:xfrm>
            <a:off x="4315968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组织比较与分析</a:t>
            </a:r>
            <a:endParaRPr lang="zh-CN" sz="2200" dirty="0"/>
          </a:p>
        </p:txBody>
      </p:sp>
      <p:sp>
        <p:nvSpPr>
          <p:cNvPr id="16" name="Text 14"/>
          <p:cNvSpPr/>
          <p:nvPr/>
        </p:nvSpPr>
        <p:spPr>
          <a:xfrm>
            <a:off x="4517136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使用一致的比较条件</a:t>
            </a:r>
            <a:endParaRPr lang="zh-CN" sz="1700" dirty="0"/>
          </a:p>
        </p:txBody>
      </p:sp>
      <p:sp>
        <p:nvSpPr>
          <p:cNvPr id="17" name="Text 15"/>
          <p:cNvSpPr/>
          <p:nvPr/>
        </p:nvSpPr>
        <p:spPr>
          <a:xfrm>
            <a:off x="4517136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区分事实、推断和待核实项</a:t>
            </a:r>
            <a:endParaRPr lang="zh-CN" sz="1400" dirty="0"/>
          </a:p>
        </p:txBody>
      </p:sp>
      <p:sp>
        <p:nvSpPr>
          <p:cNvPr id="18" name="Shape 16"/>
          <p:cNvSpPr/>
          <p:nvPr/>
        </p:nvSpPr>
        <p:spPr>
          <a:xfrm>
            <a:off x="8083296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形成可编辑成果</a:t>
            </a:r>
            <a:endParaRPr lang="zh-CN" sz="2200" dirty="0"/>
          </a:p>
        </p:txBody>
      </p:sp>
      <p:sp>
        <p:nvSpPr>
          <p:cNvPr id="20" name="Text 18"/>
          <p:cNvSpPr/>
          <p:nvPr/>
        </p:nvSpPr>
        <p:spPr>
          <a:xfrm>
            <a:off x="8284464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笔记、表格、PPT 或小工具</a:t>
            </a:r>
            <a:endParaRPr lang="zh-CN" sz="1700" dirty="0"/>
          </a:p>
        </p:txBody>
      </p:sp>
      <p:sp>
        <p:nvSpPr>
          <p:cNvPr id="21" name="Text 19"/>
          <p:cNvSpPr/>
          <p:nvPr/>
        </p:nvSpPr>
        <p:spPr>
          <a:xfrm>
            <a:off x="8284464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便于继续修改与复用</a:t>
            </a:r>
            <a:endParaRPr lang="zh-CN" sz="1400" dirty="0"/>
          </a:p>
        </p:txBody>
      </p:sp>
      <p:sp>
        <p:nvSpPr>
          <p:cNvPr id="22" name="Text 20"/>
          <p:cNvSpPr/>
          <p:nvPr/>
        </p:nvSpPr>
        <p:spPr>
          <a:xfrm>
            <a:off x="749808" y="5202936"/>
            <a:ext cx="10689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我的验收：来源可追溯、条件一致、事实与推断分开、文件便于继续修改。</a:t>
            </a:r>
            <a:endParaRPr lang="zh-CN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生成了文件，不等于完成了可靠的分析；关键事实与判断仍需检查。</a:t>
            </a:r>
            <a:endParaRPr lang="zh-CN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第二部分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持续跟踪与周期性工作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将一项调研延伸为有时间范围、交付要求和用户参与的持续职责。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依据：Gemini Task 帮助、WorkBuddy 定时任务；委托文字为作者构造。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1091672" cy="1097280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185416"/>
            <a:ext cx="1061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未来四周，每个工作日检查指定产品的官方更新并维护变更表；</a:t>
            </a:r>
            <a:endParaRPr lang="zh-CN" sz="2200" dirty="0"/>
          </a:p>
          <a:p>
            <a:pPr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每周五汇总，开放条件变化时单独通知，笔记合入前让我确认。</a:t>
            </a:r>
            <a:endParaRPr lang="zh-CN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337560"/>
            <a:ext cx="5440680" cy="502920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4472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职责怎样安排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49808" y="406908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关注范围</a:t>
            </a:r>
            <a:endParaRPr lang="zh-CN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指定产品与来源，持续四周</a:t>
            </a:r>
            <a:endParaRPr lang="zh-CN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451713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何时执行</a:t>
            </a:r>
            <a:endParaRPr lang="zh-CN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4517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工作日检查，每周五汇总</a:t>
            </a:r>
            <a:endParaRPr lang="zh-CN" sz="1500" dirty="0"/>
          </a:p>
        </p:txBody>
      </p:sp>
      <p:sp>
        <p:nvSpPr>
          <p:cNvPr id="17" name="Text 15"/>
          <p:cNvSpPr/>
          <p:nvPr/>
        </p:nvSpPr>
        <p:spPr>
          <a:xfrm>
            <a:off x="749808" y="496519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怎样交付</a:t>
            </a:r>
            <a:endParaRPr lang="zh-CN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4965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维护变更表，重要变化单独通知</a:t>
            </a:r>
            <a:endParaRPr lang="zh-CN" sz="1500" dirty="0"/>
          </a:p>
        </p:txBody>
      </p:sp>
      <p:sp>
        <p:nvSpPr>
          <p:cNvPr id="19" name="Shape 17"/>
          <p:cNvSpPr/>
          <p:nvPr/>
        </p:nvSpPr>
        <p:spPr>
          <a:xfrm>
            <a:off x="6199632" y="3337560"/>
            <a:ext cx="5440680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3337560"/>
            <a:ext cx="5440680" cy="502920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4472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运行与验收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406908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运行条件</a:t>
            </a:r>
            <a:endParaRPr lang="zh-CN" sz="1600" dirty="0"/>
          </a:p>
        </p:txBody>
      </p:sp>
      <p:sp>
        <p:nvSpPr>
          <p:cNvPr id="23" name="Text 21"/>
          <p:cNvSpPr/>
          <p:nvPr/>
        </p:nvSpPr>
        <p:spPr>
          <a:xfrm>
            <a:off x="7662672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确认本机客户端或云端运行路径</a:t>
            </a:r>
            <a:endParaRPr lang="zh-CN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451713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检查结果</a:t>
            </a:r>
            <a:endParaRPr lang="zh-CN" sz="1600" dirty="0"/>
          </a:p>
        </p:txBody>
      </p:sp>
      <p:sp>
        <p:nvSpPr>
          <p:cNvPr id="25" name="Text 23"/>
          <p:cNvSpPr/>
          <p:nvPr/>
        </p:nvSpPr>
        <p:spPr>
          <a:xfrm>
            <a:off x="7662672" y="4517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是否执行、判断是否正确、是否交付</a:t>
            </a:r>
            <a:endParaRPr lang="zh-CN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496519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调整与结束</a:t>
            </a:r>
            <a:endParaRPr lang="zh-CN" sz="1600" dirty="0"/>
          </a:p>
        </p:txBody>
      </p:sp>
      <p:sp>
        <p:nvSpPr>
          <p:cNvPr id="27" name="Text 25"/>
          <p:cNvSpPr/>
          <p:nvPr/>
        </p:nvSpPr>
        <p:spPr>
          <a:xfrm>
            <a:off x="7662672" y="4965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改变范围、暂停或结束职责</a:t>
            </a:r>
            <a:endParaRPr lang="zh-CN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周期执行与持续推进目标，需要分别验证。</a:t>
            </a:r>
            <a:endParaRPr lang="zh-C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AI Agent 学习笔记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二、Personal Agent 能做什么</dc:title>
  <dc:subject>Personal Agent 系列（一）：概念、产品与应用场景 · 第二部分</dc:subject>
  <dc:creator>Sky</dc:creator>
  <cp:lastModifiedBy>Sky</cp:lastModifiedBy>
  <cp:revision>1</cp:revision>
  <dcterms:created xsi:type="dcterms:W3CDTF">2026-10-25T04:24:30Z</dcterms:created>
  <dcterms:modified xsi:type="dcterms:W3CDTF">2026-10-25T04:24:30Z</dcterms:modified>
</cp:coreProperties>
</file>