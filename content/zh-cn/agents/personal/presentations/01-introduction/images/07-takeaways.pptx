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120 秒。
第一，先有 Agent 执行循环，再看个人服务关系与个人上下文，不能只看名字和部署。第二，事务、成果和持续跟踪都可以作为委托，但范围、结果、条件和待决动作要说清；记忆、周期执行与持续目标分别观察。第三，不同产品从不同入口出发，比较先选工作场景，再看资料、质量、人工参与和投入。这是本次阅读与比较的认识，不是产品排名。后续用实际记录修正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180 秒。
留三分钟交流，围绕具体工作选择下一步实践。最想交出去的一项重复劳动是什么？怎样的成果可以接受，哪些决定希望自己作出？哪一个产品或场景值得下一次用同一份材料实际验证？我会先把选定场景做成可复核记录，保存输入、结果、修订与条件，再研究个人上下文、工作延续与用户控制的实现。这次不提前铺开底层技术细节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第7部分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这轮学习形成的三个基本认识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回到定义、委托与场景，为后续实践保留共同语言。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定义要清楚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执行循环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具体个人与个人上下文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名称与部署不足以归类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委托要具体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目标、资料与成果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时间与需要用户决定的动作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记忆、周期与目标分别观察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比较从场景开始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关注资料与交付质量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记录人工参与与使用投入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用实践修正资料判断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先找到一项值得交出去的工作，再通过实际交付深化认识。</a:t>
            </a:r>
            <a:endParaRPr lang="zh-CN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第7部分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交流：最想委托哪一项工作？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用三个具体问题，收集下一轮学习与实践的方向。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想交出什么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一项具体重复工作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目前耗费在哪里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哪些资料已经具备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怎样才算完成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可以接受的成果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需要检查的事实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希望保留的决定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下一次验证什么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一个产品或场景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同一份测试材料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真实结果与修订记录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后续专题从实际问题展开：使用记录、产品比较，再到技术机制。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总结与交流</dc:title>
  <dc:subject>Personal Agent 系列（一）：概念、产品与应用场景</dc:subject>
  <dc:creator>Sky</dc:creator>
  <cp:lastModifiedBy>Sky</cp:lastModifiedBy>
  <cp:revision>1</cp:revision>
  <dcterms:created xsi:type="dcterms:W3CDTF">2026-10-25T04:25:25Z</dcterms:created>
  <dcterms:modified xsi:type="dcterms:W3CDTF">2026-10-25T04:25:25Z</dcterms:modified>
</cp:coreProperties>
</file>