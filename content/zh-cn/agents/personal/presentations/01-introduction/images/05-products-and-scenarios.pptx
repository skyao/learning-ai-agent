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先建立第一批八款的地图，这里不逐行念功能。接下来重点看 Muse、Dots、Claude Duet 和 WorkBuddy，每款先讲产品，再用一个完整委托说明。四款大致提供个人目标、持续职责、主动工作关注和办公成果四个观察入口，但能力可以交叉。这是我选择讲述的侧重，不是能力排名。其余四款与第二批对象用于补充不同组织路线，名单仍保持两批各八个。
资料：
Muse 公告，2026-09-08：https://about.fb.com/news/2026/09/introducing-muse-personal-ai-agent/
Dots 官方文档：https://learn.chatgpt.com/docs/dots/tasks-and-memory
Cue / Manus 官方帮助：https://help.manus.im/zh-CN/articles/17190150-manus-2-0-有哪些新变化
Gemini Task 帮助：https://support.google.com/gemini/answer/17094507?hl=en
Grok Bot 官方概览：https://docs.x.ai/grok-bot/overview
OpenClaw 文档：https://docs.openclaw.ai/
WorkBuddy 官方介绍：https://www.workbuddy.cn/docs/workbuddy/Overview
Duet 当前帮助：https://support.claude.com/en/articles/17631495-get-started-with-claude-duet
整理／读取日期：2026-10-25（重点四款）；其余样本沿用 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我把 Muse 作为个人目标型产品来理解。先从使用入口看：通过应用或 WhatsApp 交谈，把背景和目标交给同一个代理。产品设计又提供 Goals、Activity 和 Artifacts，分别帮助查看目标、过程和成果。这让工作从一次回答扩展成可继续讨论和修订的事情。上述入口来自官方产品资料，不是本轮新增实测。
我选择三类场景说明适用范围：生活里的行程与家庭安排；围绕个人时间和既有记录维护的计划；经营者围绕资料和应用做内容或业务分析。后者有单独的小企业技能与连接器公告，因此 Muse 不能只按生活聊天助手理解。
这里看重的不是每件事都要交给它，而是资料分散、目标有多个步骤、后续可能变化时，系统能否减少我的整理和跟进。需要哪些应用、能够执行到哪一步，仍由实际连接与授权决定。发消息、发布和花费在公告中有批准要求。下一页用一个尚未执行的旅行委托，说明这种产品体验到底承接哪些步骤。
资料：
Muse 发布介绍：https://about.fb.com/news/2026/09/introducing-muse-personal-ai-agent/
原始日期／版本条件：2026-09-08；发布时的推出范围，不外推当前全部能力；阅读：2026-10-25。
Muse 产品设计：https://introducing.muse.ai/
原始日期／版本条件：2026 年 9 月；Mona Sarantakos 与 Christine Awad 的产品设计说明；阅读：2026-10-25。
Muse 经营场景：https://about.fb.com/news/2026/09/introducing-muse-small-business/
原始日期／版本条件：2026-09-29，更新 2026-10-08；公告写美国和加拿大，具体功能以账号为准；阅读：2026-10-25。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这是我构造的场景，没有实际预订或产品运行结果。假设下月有两天可用时间，我提供预算、出行偏好、同行人和已经确定的安排。委托的结果是两套可比较方案，而不是让系统一次推荐几个景点。
预期工作分为几步：先整理约束，找出缺的信息；比较交通与住宿，给出行程和费用；把需要我决定的地方单列。如果我中途改变出发时间，就让它说明哪些原安排受影响，在已有方案上继续修订。预订和付款暂不授权。
这个案例的适用条件很具体：我确实愿意提供相关资料，授权的网站能访问，产品能交付可检查的方案。并不因为官方有旅行场景，就能保证每个网站都可用、每个价格都正确。验收时我会查看票价时点、退改条件、时间冲突和待定项有没有消失。它说明的是目标委托怎样延续，后面的现场 Muse 演示仍用短材料周报，只观察基本操作和修订。
资料：
Muse 发布介绍：https://about.fb.com/news/2026/09/introducing-muse-personal-ai-agent/
原始日期／版本条件：2026-09-08；发布时的推出范围，不外推当前全部能力；阅读：2026-10-25。
Muse 产品设计：https://introducing.muse.ai/
原始日期／版本条件：2026 年 9 月；Mona Sarantakos 与 Christine Awad 的产品设计说明；阅读：2026-10-25。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我理解 Dots 时，把一次任务和一份职责分开。一份比较表可以一次生成，但某个主题的资料维护，需要在新版本、新决定和新约束出现时继续处理。dot 可以承担多份职责，用户补充优先级时，主对话仍然延续。官方也说明它可以委派后台任务，让具体工作并行，而用户继续和主 dot 交谈。
个人背景不意味着全部历史都自动可用。当前对话、相关 ChatGPT 记忆与 dot 自己的笔记各有作用，新任务又有自己的上下文。这里不展开实现，只看用户是否减少了重复解释，以及后续结论是否保留来源。
我用研究资料维护、项目变化跟进、反馈转成修订三类职责观察它。Activity 用来查看任务过程与成果，Scheduled 用来确认周期工作。主动研究、已分配工作和按时运行也各有范围，不能把接入一个应用当作已经开始监控。这个定位来自官方文档，本轮没有 Dots 账号实测。下一页把它落到一份四周的研究职责。
资料：
Dots 产品文档：https://learn.chatgpt.com/docs/dots
原始日期／版本条件：动态文档；账号、地区与工作空间条件分别确认；阅读：2026-10-25。
Dots 任务与记忆：https://learn.chatgpt.com/docs/dots/tasks-and-memory
原始日期／版本条件：动态文档；当前上下文、相关 ChatGPT 记忆与 dot 自身笔记分别理解；阅读：2026-10-25。
Dots 工作检查与控制：https://learn.chatgpt.com/docs/dots/controls
原始日期／版本条件：动态文档；主任务、委派任务与周期排程分别停止；阅读：2026-10-25。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个四周研究职责是我的构造示例。先提供三个框架、关注的运行平台维度、旧表和来源清单。第一轮工作是建立有版本、日期和引用的基线，后续再核对新资料对旧结论的影响。每周给我变更表，有可能影响部署选择的内容则单独说明依据和待决问题，笔记修改先给草稿。
我希望看到持续职责与具体任务的关系：生成一张比较表只是一次交付，跟踪和修订才是延续。周期工作要确认实际保存的时区、时间与结束条件，事件监控也要确认来源是否支持。
还要检查执行位置。云端电脑可以做研究与文件工作；需要本机项目时，个人电脑应在线且 ChatGPT 打开。消息渠道、应用与电脑连接不自动互相授权。主任务、派生任务与排程也需要分别查看和结束。这个案例不证明它已经能可靠完成四周工作，我会在未来实际运行时保存变更、遗漏、修订和人工决定。
资料：
Dots 任务与记忆：https://learn.chatgpt.com/docs/dots/tasks-and-memory
原始日期／版本条件：动态文档；当前上下文、相关 ChatGPT 记忆与 dot 自身笔记分别理解；阅读：2026-10-25。
Dots 电脑与应用：https://learn.chatgpt.com/docs/dots/computers-and-apps
原始日期／版本条件：动态文档；本机工作需要设备在线且 ChatGPT 应用打开；阅读：2026-10-25。
Dots 工作检查与控制：https://learn.chatgpt.com/docs/dots/controls
原始日期／版本条件：动态文档；主任务、委派任务与周期排程分别停止；阅读：2026-10-25。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Duet 更直接地从人的工作关注切入。它不仅接受我明确列出的任务，还尝试从授权的邮件、日历和其他应用中找出该准备、该回复或该决定的事情。晨间简报、任务状态、待输入项和成果入口构成了可见的产品体验。这里主动性的价值，需要看是否减少了我查找材料和回忆待办的负担，不能只看通知有多少。
我用会前准备、未回复事项、经营账单三类场景解释。它也能完成明确的研究、表格或幻灯片委托，因此不是只能发简报。与 Cowork 的交集仍然存在：一个更突出主动发现与跟进，一个更容易从知识成果委托观察；后台与周期工作并不是二者的绝对分界。
当前是美国 Pro / Max 候补邀请的研究预览，后台会消耗同一套餐用量，检查也有间隔。没有 Microsoft 365 连接，不能观看或接管其浏览器；读到的内容和可执行动作都要按具体连接看。我们不把发布愿景写成可随时接管全部工作的保证。下一页用一次项目评审准备说明它怎样把信息转成待办。
资料：
Duet 发布公告：https://claude.com/resources/articles/claude-duet
原始日期／版本条件：2026-10-21；美国 Pro / Max 候补邀请研究预览；阅读：2026-10-25。
Duet 当前功能与条件：https://support.claude.com/en/articles/17631495-get-started-with-claude-duet
原始日期／版本条件：动态帮助；后台计入套餐用量、存在检查间隔、当前 Microsoft 365 尚未提供；阅读：2026-10-25。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这里是我构造的一周项目评审场景，不是 Duet 的运行记录。我明确提供评审文件，授权相应邮件和日历，要求整理会前材料、未回复问题与需要我决定的事项。它不能凭空读取所有项目或我电脑上的资料，也没有自动参加会议这个环节。
我期望收到的是可以用于准备的材料：这次评审谈什么、哪份文档需要先读、哪些问题还没回复、我需要决定什么。回复先起草，安排先提出，不能擅自对外承诺。收到结果之后，我检查引用、遗漏和紧急程度，再决定是否发送或变更安排。
场景的重点不是生成一张漂亮清单，而是信息筛选是否准确、有用，打扰是否合适。官方有类似会前资料与工作跟进示例，但当前检查存在间隔，不能当实时告警。关闭应用后云端工作可以继续，也不等于无需额度和权限。后续验证时，我会把漏掉了什么、错误升级了什么、草稿改了多少分别记下来，而不把通知出现视为任务完成。
资料：
Duet 发布公告：https://claude.com/resources/articles/claude-duet
原始日期／版本条件：2026-10-21；美国 Pro / Max 候补邀请研究预览；阅读：2026-10-25。
Duet 当前功能与条件：https://support.claude.com/en/articles/17631495-get-started-with-claude-duet
原始日期／版本条件：动态帮助；后台计入套餐用量、存在检查间隔、当前 Microsoft 365 尚未提供；阅读：2026-10-25。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WorkBuddy 从国内办公中已有的材料进入工作。它可以围绕文件和应用执行任务，官方还给出了 Excel 或 CSV 数据分析、图表和报告的工作方式，以及腾讯文档的搜索、引用与回写。这些说明便于理解资料怎样变成可继续使用的成果，不代表我本轮已经验证了每种文件格式和生成质量。
我重点看文件整理、周期汇总、研究材料转文档和 PPT。个人记忆可以延续偏好；项目又有团队共享配置与协作范围，两者要分别看，不能把所有项目资料都写成个人记忆。
国内入口是另一个实际条件。远程助理可以从微信、企业微信、QQ、钉钉或飞书触发电脑端工作，但需要主机开机、客户端运行。定时任务另有本地、项目和云端来源，云端标识任务无需本机在线。这里先讲用户需要理解的差异，不展开底层组件。它是否适合具体工作，仍要看资料可用性、处理位置和产物是否能验收。下一页用一组项目材料到一组办公成果来说明。
资料：
WorkBuddy 产品简介：https://www.workbuddy.cn/docs/workbuddy/Overview
原始日期／版本条件：动态文档；个人、团队与企业范围分别看；阅读：2026-10-25。
WorkBuddy 数据分析案例：https://www.workbuddy.cn/docs/workbuddy/From-Beginner-to-Expert-Guide/Practice-Cases/Practice-Three
原始日期／版本条件：动态官方案例；支持的工作方式，不是作者执行结果；阅读：2026-10-25。
WorkBuddy 腾讯文档接入：https://www.workbuddy.cn/docs/workbuddy/From-Beginner-to-Expert-Guide/Function-Description/Knowledge-Base/Tencent-Doc
原始日期／版本条件：动态文档；授权后的搜索、引用、回写，版本菜单可能不同；阅读：2026-10-25。
WorkBuddy 个人记忆：https://www.workbuddy.cn/docs/workbuddy/From-Beginner-to-Expert-Guide/Function-Description/Memory
原始日期／版本条件：动态文档；个人记忆与项目共享配置分开；阅读：2026-10-25。
WorkBuddy 项目：https://www.workbuddy.cn/docs/workbuddy/From-Beginner-to-Expert-Guide/Function-Description/Project
原始日期／版本条件：动态文档；项目为团队共享配置与任务，不等于个人记忆；阅读：2026-10-25。
WorkBuddy 远程助理：https://www.workbuddy.cn/docs/workbuddy/From-Beginner-to-Expert-Guide/Function-Description/Assistant
原始日期／版本条件：动态文档；远程触发本机任务需要电脑开机且客户端运行；阅读：2026-10-25。
WorkBuddy 定时任务：https://www.workbuddy.cn/docs/workbuddy/From-Beginner-to-Expert-Guide/Function-Description/Automation-Guide
原始日期／版本条件：动态文档；本地、项目、云端来源分开，云端任务无需电脑在线；阅读：2026-10-25。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150 秒。
这是一项我设计的组合委托，没有新增 WorkBuddy 执行结果。我准备指定的进度表、问题记录和会议纪要，说明本周范围、指标口径、输出位置和模板；要求交付汇总表、进度图及五页 PPT，并区分完成、进行中和待确认状态。
期望的处理顺序是先对齐资料，再做统计与呈现：项目名称和日期不一致时先找问题，重复项先合并，缺数不要补猜。图表与 PPT 必须保留相同口径，关键结论要能回到来源。继续修订时，验收的是是否沿用这些事实和口径，而不只是修改措辞。
这个案例展示的是文件到成果的产品入口。腾讯文档可以在授权后参与引用与更新，但本例先不覆盖原件，也不默认把目录全部传到某个云端。选定本机或云端执行前，我会核对材料位置和权限。未来真正运行时，再保存输入、产物、修订与人工核验，不能把官方文件处理能力自动等同于报告已经准确。
资料：
WorkBuddy 产品简介：https://www.workbuddy.cn/docs/workbuddy/Overview
原始日期／版本条件：动态文档；个人、团队与企业范围分别看；阅读：2026-10-25。
WorkBuddy 数据分析案例：https://www.workbuddy.cn/docs/workbuddy/From-Beginner-to-Expert-Guide/Practice-Cases/Practice-Three
原始日期／版本条件：动态官方案例；支持的工作方式，不是作者执行结果；阅读：2026-10-25。
WorkBuddy 腾讯文档接入：https://www.workbuddy.cn/docs/workbuddy/From-Beginner-to-Expert-Guide/Function-Description/Knowledge-Base/Tencent-Doc
原始日期／版本条件：动态文档；授权后的搜索、引用、回写，版本菜单可能不同；阅读：2026-10-25。
WorkBuddy 定时任务：https://www.workbuddy.cn/docs/workbuddy/From-Beginner-to-Expert-Guide/Function-Description/Automation-Guide
原始日期／版本条件：动态文档；本地、项目、云端来源分开，云端任务无需电脑在线；阅读：2026-10-25。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90 秒。
其余四款仍在第一批，简要补充不同路线。Cue 用角色团队组织工作，重点看交接是否减少协调；Gemini 这里具体指 Task 形态，从 Google 应用与已有背景进入任务；Grok Bot 用长期角色与可复用方法组织云端工作，个人与团队范围分开；OpenClaw 由运行者组合渠道、工具和状态，同时承担部署维护。这些是已有资料的观察入口，不能说只有该产品能做对应工作。此处没有新增四款的版本审计，详细材料继续留在各产品目录。
资料：
Cue / Manus 官方帮助：https://help.manus.im/zh-CN/articles/17190150-manus-2-0-有哪些新变化
Gemini Task 帮助：https://support.google.com/gemini/answer/17094507?hl=en
Grok Bot 官方概览：https://docs.x.ai/grok-bot/overview
OpenClaw 文档：https://docs.openclaw.ai/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90 秒。
回到同一类工作：准备项目评审材料。我可以从个人目标组织整体安排，可以让一份研究职责持续维护，可以从邮件日历发现要准备的事项，也可以先把明确文件加工成汇报成果。四款产品都可能覆盖更多场景，这里的区别是我选择的委托入口。
它们是否真的减少工作负担，要用实际资料和相同验收标准继续检查。Muse 观察计划与修订，Dots 观察新旧结论的延续，Duet 观察简报和待决信息是否有用，WorkBuddy 观察数字、来源和文件是否便于继续处理。这不是已经完成的四款对照实验，也不构成产品排名。这样比较比只记住一张功能表更接近我的日常工作。
资料：
Muse 发布介绍：https://about.fb.com/news/2026/09/introducing-muse-personal-ai-agent/
原始日期／版本条件：2026-09-08；发布时的推出范围，不外推当前全部能力；阅读：2026-10-25。
Dots 产品文档：https://learn.chatgpt.com/docs/dots
原始日期／版本条件：动态文档；账号、地区与工作空间条件分别确认；阅读：2026-10-25。
Duet 发布公告：https://claude.com/resources/articles/claude-duet
原始日期／版本条件：2026-10-21；美国 Pro / Max 候补邀请研究预览；阅读：2026-10-25。
WorkBuddy 产品简介：https://www.workbuddy.cn/docs/workbuddy/Overview
原始日期／版本条件：动态文档；个人、团队与企业范围分别看；阅读：2026-10-25。
整理／读取日期：2026-10-25。原始日期按来源标注；动态帮助页不以读取日期代替发布日期。公开能力与实际验证分开，预览、套餐、地区、设备及授权条件分别保留。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第二批只记一个观察点：Hermes 的自建记忆与技能，Autopilot 的组织内个人工作，Poke 的消息入口，Lindy 的个人团队边界，Kimi Claw 的 OpenClaw 产品化，Personal Computer 的个人电脑执行，Harness 的底座与助手交集，以及 Cowork 的知识交付。Personal Computer 仅作为参考。Harness 是边界样本，不能把十六个研究对象都说成已证实持续个人代理。Autopilot 和 Duet 的预览状态不等于归类不成立，能力与开放条件需分别记录。
资料：
Hermes 官方介绍：https://hermes-agent.nousresearch.com/
Autopilot 官方产品说明：https://www.microsoft.com/en-ca/copilot/
Poke 产品页：https://poke.com/
Lindy 记忆作用域：https://docs.lindy.ai/teammate/memory
Kimi Claw 帮助：https://www.kimi.com/help/kimi-claw/overview
Personal Computer 产品页：https://www.perplexity.ai/personal-computer
Harness 记忆接入：https://deepseek-harness.github.io/deepseek-harness/en/guide/mcp-memory
Cowork 多端与云端：https://support.claude.com/en/articles/15520349-use-claude-cowork-on-web-desktop-and-mobile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第一批八个产品：先看定位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这是本次重点样本，不是市场份额或能力排名。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公告，2026-09-08 · Dots 官方文档 等 8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我关注的定位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场景入口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个人事务与长期目标</a:t>
            </a:r>
            <a:endParaRPr lang="zh-CN" sz="14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安排、资料、持续待办</a:t>
            </a:r>
            <a:endParaRPr lang="zh-CN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529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2953512" y="285292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个人上下文与持续职责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85292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研究资料维护、项目跟进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9544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461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500" dirty="0"/>
          </a:p>
        </p:txBody>
      </p:sp>
      <p:sp>
        <p:nvSpPr>
          <p:cNvPr id="22" name="Text 20"/>
          <p:cNvSpPr/>
          <p:nvPr/>
        </p:nvSpPr>
        <p:spPr>
          <a:xfrm>
            <a:off x="2953512" y="324612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个人代理团队与分工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6611112" y="32461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调研、整理、成果交接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639312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2953512" y="3639312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生态内的任务</a:t>
            </a:r>
            <a:endParaRPr lang="zh-CN" sz="1400" dirty="0"/>
          </a:p>
        </p:txBody>
      </p:sp>
      <p:sp>
        <p:nvSpPr>
          <p:cNvPr id="27" name="Text 25"/>
          <p:cNvSpPr/>
          <p:nvPr/>
        </p:nvSpPr>
        <p:spPr>
          <a:xfrm>
            <a:off x="6611112" y="3639312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邮件、日历、资料与计划</a:t>
            </a:r>
            <a:endParaRPr lang="zh-CN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032504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500" dirty="0"/>
          </a:p>
        </p:txBody>
      </p:sp>
      <p:sp>
        <p:nvSpPr>
          <p:cNvPr id="30" name="Text 28"/>
          <p:cNvSpPr/>
          <p:nvPr/>
        </p:nvSpPr>
        <p:spPr>
          <a:xfrm>
            <a:off x="2953512" y="403250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长期角色与云端工作</a:t>
            </a:r>
            <a:endParaRPr lang="zh-CN" sz="1400" dirty="0"/>
          </a:p>
        </p:txBody>
      </p:sp>
      <p:sp>
        <p:nvSpPr>
          <p:cNvPr id="31" name="Text 29"/>
          <p:cNvSpPr/>
          <p:nvPr/>
        </p:nvSpPr>
        <p:spPr>
          <a:xfrm>
            <a:off x="6611112" y="403250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职责分工、方法复用</a:t>
            </a:r>
            <a:endParaRPr lang="zh-CN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425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500" dirty="0"/>
          </a:p>
        </p:txBody>
      </p:sp>
      <p:sp>
        <p:nvSpPr>
          <p:cNvPr id="34" name="Text 32"/>
          <p:cNvSpPr/>
          <p:nvPr/>
        </p:nvSpPr>
        <p:spPr>
          <a:xfrm>
            <a:off x="2953512" y="442569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自建个人助手</a:t>
            </a:r>
            <a:endParaRPr lang="zh-CN" sz="1400" dirty="0"/>
          </a:p>
        </p:txBody>
      </p:sp>
      <p:sp>
        <p:nvSpPr>
          <p:cNvPr id="35" name="Text 33"/>
          <p:cNvSpPr/>
          <p:nvPr/>
        </p:nvSpPr>
        <p:spPr>
          <a:xfrm>
            <a:off x="6611112" y="442569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惯用渠道、自选工具与运行</a:t>
            </a:r>
            <a:endParaRPr lang="zh-CN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782312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81888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500" dirty="0"/>
          </a:p>
        </p:txBody>
      </p:sp>
      <p:sp>
        <p:nvSpPr>
          <p:cNvPr id="38" name="Text 36"/>
          <p:cNvSpPr/>
          <p:nvPr/>
        </p:nvSpPr>
        <p:spPr>
          <a:xfrm>
            <a:off x="2953512" y="481888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国内个人办公</a:t>
            </a:r>
            <a:endParaRPr lang="zh-CN" sz="1400" dirty="0"/>
          </a:p>
        </p:txBody>
      </p:sp>
      <p:sp>
        <p:nvSpPr>
          <p:cNvPr id="39" name="Text 37"/>
          <p:cNvSpPr/>
          <p:nvPr/>
        </p:nvSpPr>
        <p:spPr>
          <a:xfrm>
            <a:off x="6611112" y="481888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文件、文档、表格与 PPT</a:t>
            </a:r>
            <a:endParaRPr lang="zh-CN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175504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52120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</a:t>
            </a:r>
            <a:endParaRPr lang="zh-CN" sz="1500" dirty="0"/>
          </a:p>
        </p:txBody>
      </p:sp>
      <p:sp>
        <p:nvSpPr>
          <p:cNvPr id="42" name="Text 40"/>
          <p:cNvSpPr/>
          <p:nvPr/>
        </p:nvSpPr>
        <p:spPr>
          <a:xfrm>
            <a:off x="2953512" y="521208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主动发现与持续跟进</a:t>
            </a:r>
            <a:endParaRPr lang="zh-CN" sz="1400" dirty="0"/>
          </a:p>
        </p:txBody>
      </p:sp>
      <p:sp>
        <p:nvSpPr>
          <p:cNvPr id="43" name="Text 41"/>
          <p:cNvSpPr/>
          <p:nvPr/>
        </p:nvSpPr>
        <p:spPr>
          <a:xfrm>
            <a:off x="6611112" y="521208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简报、待办与用户决策</a:t>
            </a:r>
            <a:endParaRPr lang="zh-CN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先选定要委托的工作，再比较产品条件与交付方式。</a:t>
            </a:r>
            <a:endParaRPr lang="zh-CN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Muse｜把个人目标变成持续行动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的托管个人代理：结合个人背景，跨应用推进任务并带回成果。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发布介绍 · Muse 产品设计 等 3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目标与交互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应用或 WhatsApp 交谈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Goals 看目标，Activity 看进展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记忆与后续对话延续背景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工作与交付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在后台组织多项工作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交付文档、网页与跟踪表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需要决定时联系用户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典型业务与场景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旅行、家庭安排与个人待办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个人计划与阶段目标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内容准备与个人经营事务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我关注的价值：目标、个人背景与后续行动能否接得起来。</a:t>
            </a:r>
            <a:endParaRPr lang="zh-C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场景｜两天行程，从方案到变化后的调整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发布介绍 · Muse 产品设计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安排两天行程，预算 3000 元；给两套方案，日期变化后接着调整，先不预订或付款。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提供背景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日期、预算、同行人与偏好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授权日历与已有安排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组织方案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比较交通与住宿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单列缺失信息和待定项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收到成果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两套行程与费用构成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时间变化后修订已有方案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作出决定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核对价格、退改与时间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选择方案后再确认外部动作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看清变化后的继续处理；方案、预订与付款是不同的交付阶段。</a:t>
            </a:r>
            <a:endParaRPr lang="zh-C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Dots｜把持续职责交给同一个代理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OpenAI：在 ChatGPT 中保持工作背景，跟进变化并协调后台任务。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 产品文档 · Dots 任务与记忆 等 3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连续的工作关系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沿用当前背景与相关记忆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自己的笔记保存工作线索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补充要求后继续原有工作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任务与交付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将较大工作委派到后台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 查看任务和结果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Scheduled 核对周期工作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适合哪些职责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维护研究资料与比较笔记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跟踪项目变化与待回复项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把反馈组织成待检查修订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我关注的价值：把需要持续维护的工作留下来，而不必每次重新开始。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 场景｜持续维护 Agent 框架比较笔记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 任务与记忆 · Dots 电脑与应用 等 3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维护三个框架的比较笔记四周；每周汇总变化，影响部署选择时带回证据和待决问题。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给出职责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框架、维度、旧笔记与来源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明确范围、周期和交付位置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持续跟进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先形成比较基线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新资料到来后核对旧结论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带回结果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变更表、引用与修订草稿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把影响部署的问题单列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用户参与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调整优先级并核对证据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确认合入；分别管理任务排程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关注旧结论怎样随新信息更新；云端工作与本机访问保留各自条件。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Duet｜主动带回待办与待决事项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Anthropic：从已连接的工作信息出发，准备简报、成果和需要用户决定的事项。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Duet 发布公告 · Duet 当前功能与条件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每天怎样协作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晨间简报与期间检查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持续主对话与主题频道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看工作，Make 看成果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适合哪些工作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会前简报与资料缺口整理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待回复事项与草稿准备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客户跟进与未付账单检查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当前使用条件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Pro / Max 候补预览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后台工作计入套餐用量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有检查间隔；动作按条件批准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我关注的价值：为什么现在来找我，以及这次到底需要我决定什么。</a:t>
            </a:r>
            <a:endParaRPr lang="zh-CN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 场景｜准备项目评审与待决清单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Duet 发布公告 · Duet 当前功能与条件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结合授权邮件、日历和评审资料，整理本周会前简报、未回复问题与待决项，先不发送。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连接输入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邮件、日历与明确提供的文件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说明本周关注的项目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筛选与准备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找相关会议和资料缺口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起草回复，解释事项优先级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收到交付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会前简报与回复草稿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完成或需判断时联系用户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处理待决项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检查遗漏和紧急程度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批准发送或调整安排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资料变成简报，简报变成待决项；判断与外部承诺仍由用户把关。</a:t>
            </a:r>
            <a:endParaRPr lang="zh-C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WorkBuddy｜把已有材料变成办公成果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腾讯的 AI 工作台：围绕文件与应用，交付可编辑的文档、表格、图表与 PPT。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产品简介 · WorkBuddy 数据分析案例 等 7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文件与办公应用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读取授权文件、整理和分析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CSV 到图表与报告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腾讯文档搜索、引用与回写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4315968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5968" y="2167128"/>
            <a:ext cx="3557016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个人与持续工作</a:t>
            </a:r>
            <a:endParaRPr lang="zh-CN" sz="2100" dirty="0"/>
          </a:p>
        </p:txBody>
      </p:sp>
      <p:sp>
        <p:nvSpPr>
          <p:cNvPr id="20" name="Text 18"/>
          <p:cNvSpPr/>
          <p:nvPr/>
        </p:nvSpPr>
        <p:spPr>
          <a:xfrm>
            <a:off x="4526280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记忆保留相关个人偏好</a:t>
            </a:r>
            <a:endParaRPr lang="zh-CN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定时整理简报与周报</a:t>
            </a:r>
            <a:endParaRPr lang="zh-CN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团队项目配置另有共享范围</a:t>
            </a:r>
            <a:endParaRPr lang="zh-CN" sz="1800" dirty="0"/>
          </a:p>
        </p:txBody>
      </p:sp>
      <p:sp>
        <p:nvSpPr>
          <p:cNvPr id="26" name="Shape 24"/>
          <p:cNvSpPr/>
          <p:nvPr/>
        </p:nvSpPr>
        <p:spPr>
          <a:xfrm>
            <a:off x="8083296" y="2167128"/>
            <a:ext cx="3557016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2167128"/>
            <a:ext cx="3557016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1343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使用入口与条件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8293608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8814816" y="2999232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微信、企微等远程触发</a:t>
            </a:r>
            <a:endParaRPr lang="zh-CN" sz="1800" dirty="0"/>
          </a:p>
        </p:txBody>
      </p:sp>
      <p:sp>
        <p:nvSpPr>
          <p:cNvPr id="31" name="Text 29"/>
          <p:cNvSpPr/>
          <p:nvPr/>
        </p:nvSpPr>
        <p:spPr>
          <a:xfrm>
            <a:off x="8293608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3712464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本机任务需要客户端运行</a:t>
            </a:r>
            <a:endParaRPr lang="zh-CN" sz="1800" dirty="0"/>
          </a:p>
        </p:txBody>
      </p:sp>
      <p:sp>
        <p:nvSpPr>
          <p:cNvPr id="33" name="Text 31"/>
          <p:cNvSpPr/>
          <p:nvPr/>
        </p:nvSpPr>
        <p:spPr>
          <a:xfrm>
            <a:off x="8293608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4" name="Text 32"/>
          <p:cNvSpPr/>
          <p:nvPr/>
        </p:nvSpPr>
        <p:spPr>
          <a:xfrm>
            <a:off x="8814816" y="4425696"/>
            <a:ext cx="2606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云端任务按云端条件执行</a:t>
            </a:r>
            <a:endParaRPr lang="zh-CN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我关注的价值：材料能否直接参与处理，成果能否继续编辑与复核。</a:t>
            </a:r>
            <a:endParaRPr lang="zh-CN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场景｜从项目材料到表格、图表和 PPT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用一个完整委托，连接输入、执行、成果与用户参与。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产品简介 · WorkBuddy 数据分析案例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91672" cy="987552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场景委托 · 作者构造，未实测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10689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根据指定进度表、问题记录和纪要，交付汇总表、进度图与五页 PPT；保留来源，不覆盖原件。</a:t>
            </a:r>
            <a:endParaRPr lang="zh-CN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提供材料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授权目录、表格与会议纪要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给出指标口径和已有模板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3175254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76422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1014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整理与分析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3541014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对齐日期、项目与状态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3541014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把重复、冲突和缺失单列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6003036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04204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交付成果</a:t>
            </a:r>
            <a:endParaRPr lang="zh-CN" sz="2000" dirty="0"/>
          </a:p>
        </p:txBody>
      </p:sp>
      <p:sp>
        <p:nvSpPr>
          <p:cNvPr id="23" name="Text 21"/>
          <p:cNvSpPr/>
          <p:nvPr/>
        </p:nvSpPr>
        <p:spPr>
          <a:xfrm>
            <a:off x="6368796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汇总表、图表与五页 PPT</a:t>
            </a:r>
            <a:endParaRPr lang="zh-CN" sz="1700" dirty="0"/>
          </a:p>
        </p:txBody>
      </p:sp>
      <p:sp>
        <p:nvSpPr>
          <p:cNvPr id="24" name="Text 22"/>
          <p:cNvSpPr/>
          <p:nvPr/>
        </p:nvSpPr>
        <p:spPr>
          <a:xfrm>
            <a:off x="6368796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保留引用并沿用同一口径</a:t>
            </a:r>
            <a:endParaRPr lang="zh-CN" sz="1700" dirty="0"/>
          </a:p>
        </p:txBody>
      </p:sp>
      <p:sp>
        <p:nvSpPr>
          <p:cNvPr id="25" name="Shape 23"/>
          <p:cNvSpPr/>
          <p:nvPr/>
        </p:nvSpPr>
        <p:spPr>
          <a:xfrm>
            <a:off x="8830818" y="4288536"/>
            <a:ext cx="182880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1986" y="3200400"/>
            <a:ext cx="260832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6578" y="3401568"/>
            <a:ext cx="22791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修订与复核</a:t>
            </a:r>
            <a:endParaRPr lang="zh-CN" sz="2000" dirty="0"/>
          </a:p>
        </p:txBody>
      </p:sp>
      <p:sp>
        <p:nvSpPr>
          <p:cNvPr id="28" name="Text 26"/>
          <p:cNvSpPr/>
          <p:nvPr/>
        </p:nvSpPr>
        <p:spPr>
          <a:xfrm>
            <a:off x="9196578" y="3904488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检查数字、状态和结论</a:t>
            </a:r>
            <a:endParaRPr lang="zh-CN" sz="1700" dirty="0"/>
          </a:p>
        </p:txBody>
      </p:sp>
      <p:sp>
        <p:nvSpPr>
          <p:cNvPr id="29" name="Text 27"/>
          <p:cNvSpPr/>
          <p:nvPr/>
        </p:nvSpPr>
        <p:spPr>
          <a:xfrm>
            <a:off x="9196578" y="4599432"/>
            <a:ext cx="227914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提出修订后再更新正式材料</a:t>
            </a:r>
            <a:endParaRPr lang="zh-CN" sz="17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把数字、图表与结论连回原始资料；文件生成之后仍要复核和修订。</a:t>
            </a:r>
            <a:endParaRPr lang="zh-CN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其余四款：补充不同的组织路线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继续保留第一批八款的广度，各用一个场景理解差异。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 / Manus 官方帮助 · Gemini Task 帮助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我关注的组织方式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场景入口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有通信与执行资源的角色团队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调研、整理、交接；看协调是否减少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32404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232404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应用与个人上下文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232404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邮件、日历和文件中的个人任务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005072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长期角色、云端环境与复用方法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005072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持续业务职责；个人与团队分开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741164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77740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953512" y="4777740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自行组合模型、渠道与运行环境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777740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惯用渠道委托；承担配置和维护</a:t>
            </a:r>
            <a:endParaRPr lang="zh-CN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四款重点展开，四款补充路线；都按个人使用形态及具体条件观察。</a:t>
            </a:r>
            <a:endParaRPr lang="zh-CN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同一类工作，四个不同的委托入口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以准备项目评审材料为共同背景；这是观察方法，不是同条件评测排名。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发布介绍 · Dots 产品文档 等 4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我会从什么委托开始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我希望看清的结果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围绕个人目标组织安排与资料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目标、计划与变化后的修订能否接上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32404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232404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持续维护研究笔记与项目变化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232404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新资料如何影响旧结论，职责能否延续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91672" cy="77266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05072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005072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从邮件、日历准备会前事项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005072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简报是否有用，待决与打扰是否合适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741164"/>
            <a:ext cx="11091672" cy="772668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77740"/>
            <a:ext cx="20482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2953512" y="4777740"/>
            <a:ext cx="3419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把指定文件加工成表、图和 PPT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611112" y="4777740"/>
            <a:ext cx="4910328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数字、引用与口径一致，成果便于修改</a:t>
            </a:r>
            <a:endParaRPr lang="zh-CN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先确定要减少哪一种重复工作，再比较资料、交付、人工参与和使用条件。</a:t>
            </a:r>
            <a:endParaRPr lang="zh-CN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第5部分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第二批八个对象：各补充一个观察点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简要点到，作为后续阅读与比较的入口。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官方介绍 · Autopilot 官方产品说明 等 8 项；完整来源见讲者备注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补充观察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保留的条件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自建、记忆与经验技能</a:t>
            </a:r>
            <a:endParaRPr lang="zh-CN" sz="14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保留个人助手形态</a:t>
            </a:r>
            <a:endParaRPr lang="zh-CN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5292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1500" dirty="0"/>
          </a:p>
        </p:txBody>
      </p:sp>
      <p:sp>
        <p:nvSpPr>
          <p:cNvPr id="18" name="Text 16"/>
          <p:cNvSpPr/>
          <p:nvPr/>
        </p:nvSpPr>
        <p:spPr>
          <a:xfrm>
            <a:off x="2953512" y="285292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组织上下文中的个人工作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285292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Private Preview，条件单独看</a:t>
            </a:r>
            <a:endParaRPr lang="zh-CN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9544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4612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1500" dirty="0"/>
          </a:p>
        </p:txBody>
      </p:sp>
      <p:sp>
        <p:nvSpPr>
          <p:cNvPr id="22" name="Text 20"/>
          <p:cNvSpPr/>
          <p:nvPr/>
        </p:nvSpPr>
        <p:spPr>
          <a:xfrm>
            <a:off x="2953512" y="324612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消息入口与个人事务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6611112" y="32461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邮件、日历与自动化</a:t>
            </a:r>
            <a:endParaRPr lang="zh-CN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639312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2953512" y="3639312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个人与团队例行工作</a:t>
            </a:r>
            <a:endParaRPr lang="zh-CN" sz="1400" dirty="0"/>
          </a:p>
        </p:txBody>
      </p:sp>
      <p:sp>
        <p:nvSpPr>
          <p:cNvPr id="27" name="Text 25"/>
          <p:cNvSpPr/>
          <p:nvPr/>
        </p:nvSpPr>
        <p:spPr>
          <a:xfrm>
            <a:off x="6611112" y="3639312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限定个人使用形态</a:t>
            </a:r>
            <a:endParaRPr lang="zh-CN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95928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032504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1500" dirty="0"/>
          </a:p>
        </p:txBody>
      </p:sp>
      <p:sp>
        <p:nvSpPr>
          <p:cNvPr id="30" name="Text 28"/>
          <p:cNvSpPr/>
          <p:nvPr/>
        </p:nvSpPr>
        <p:spPr>
          <a:xfrm>
            <a:off x="2953512" y="403250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产品化</a:t>
            </a:r>
            <a:endParaRPr lang="zh-CN" sz="1400" dirty="0"/>
          </a:p>
        </p:txBody>
      </p:sp>
      <p:sp>
        <p:nvSpPr>
          <p:cNvPr id="31" name="Text 29"/>
          <p:cNvSpPr/>
          <p:nvPr/>
        </p:nvSpPr>
        <p:spPr>
          <a:xfrm>
            <a:off x="6611112" y="4032504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同一技术谱系，不重复计路线</a:t>
            </a:r>
            <a:endParaRPr lang="zh-CN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425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1500" dirty="0"/>
          </a:p>
        </p:txBody>
      </p:sp>
      <p:sp>
        <p:nvSpPr>
          <p:cNvPr id="34" name="Text 32"/>
          <p:cNvSpPr/>
          <p:nvPr/>
        </p:nvSpPr>
        <p:spPr>
          <a:xfrm>
            <a:off x="2953512" y="442569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个人电脑参与执行</a:t>
            </a:r>
            <a:endParaRPr lang="zh-CN" sz="1400" dirty="0"/>
          </a:p>
        </p:txBody>
      </p:sp>
      <p:sp>
        <p:nvSpPr>
          <p:cNvPr id="35" name="Text 33"/>
          <p:cNvSpPr/>
          <p:nvPr/>
        </p:nvSpPr>
        <p:spPr>
          <a:xfrm>
            <a:off x="6611112" y="4425696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第二批参考样本</a:t>
            </a:r>
            <a:endParaRPr lang="zh-CN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782312"/>
            <a:ext cx="1109167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81888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500" dirty="0"/>
          </a:p>
        </p:txBody>
      </p:sp>
      <p:sp>
        <p:nvSpPr>
          <p:cNvPr id="38" name="Text 36"/>
          <p:cNvSpPr/>
          <p:nvPr/>
        </p:nvSpPr>
        <p:spPr>
          <a:xfrm>
            <a:off x="2953512" y="481888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工作助手与运行底座</a:t>
            </a:r>
            <a:endParaRPr lang="zh-CN" sz="1400" dirty="0"/>
          </a:p>
        </p:txBody>
      </p:sp>
      <p:sp>
        <p:nvSpPr>
          <p:cNvPr id="39" name="Text 37"/>
          <p:cNvSpPr/>
          <p:nvPr/>
        </p:nvSpPr>
        <p:spPr>
          <a:xfrm>
            <a:off x="6611112" y="4818888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边界对照，长期服务待证实</a:t>
            </a:r>
            <a:endParaRPr lang="zh-CN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175504"/>
            <a:ext cx="11091672" cy="3931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521208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1500" dirty="0"/>
          </a:p>
        </p:txBody>
      </p:sp>
      <p:sp>
        <p:nvSpPr>
          <p:cNvPr id="42" name="Text 40"/>
          <p:cNvSpPr/>
          <p:nvPr/>
        </p:nvSpPr>
        <p:spPr>
          <a:xfrm>
            <a:off x="2953512" y="521208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个人知识成果交付</a:t>
            </a:r>
            <a:endParaRPr lang="zh-CN" sz="1400" dirty="0"/>
          </a:p>
        </p:txBody>
      </p:sp>
      <p:sp>
        <p:nvSpPr>
          <p:cNvPr id="43" name="Text 41"/>
          <p:cNvSpPr/>
          <p:nvPr/>
        </p:nvSpPr>
        <p:spPr>
          <a:xfrm>
            <a:off x="6611112" y="521208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记忆、后台与计划条件分别看</a:t>
            </a:r>
            <a:endParaRPr lang="zh-CN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两批各八个；研究对象数量，不等于完整能力已经逐一实测。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主流产品及其应用场景</dc:title>
  <dc:subject>Personal Agent 系列（一）：概念、产品与应用场景</dc:subject>
  <dc:creator>Sky</dc:creator>
  <cp:lastModifiedBy>Sky</cp:lastModifiedBy>
  <cp:revision>1</cp:revision>
  <dcterms:created xsi:type="dcterms:W3CDTF">2026-10-25T04:25:25Z</dcterms:created>
  <dcterms:modified xsi:type="dcterms:W3CDTF">2026-10-25T04:25:25Z</dcterms:modified>
</cp:coreProperties>
</file>